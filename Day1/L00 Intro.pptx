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402" r:id="rId5"/>
    <p:sldId id="406" r:id="rId6"/>
    <p:sldId id="417" r:id="rId7"/>
    <p:sldId id="404" r:id="rId8"/>
    <p:sldId id="405" r:id="rId9"/>
    <p:sldId id="418" r:id="rId10"/>
    <p:sldId id="407" r:id="rId11"/>
    <p:sldId id="300" r:id="rId12"/>
    <p:sldId id="411" r:id="rId13"/>
    <p:sldId id="412" r:id="rId14"/>
    <p:sldId id="413" r:id="rId15"/>
    <p:sldId id="414" r:id="rId16"/>
    <p:sldId id="416" r:id="rId17"/>
    <p:sldId id="409" r:id="rId18"/>
    <p:sldId id="410" r:id="rId19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599C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C6CE57-22F4-4E5C-A009-F7ED88F20B6B}" v="5" dt="2024-05-13T19:24:28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29" autoAdjust="0"/>
    <p:restoredTop sz="86977" autoAdjust="0"/>
  </p:normalViewPr>
  <p:slideViewPr>
    <p:cSldViewPr snapToGrid="0" snapToObjects="1">
      <p:cViewPr varScale="1">
        <p:scale>
          <a:sx n="95" d="100"/>
          <a:sy n="95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yde" userId="5ca5788f-51d0-4515-8255-7374adb26e7f" providerId="ADAL" clId="{63077FC6-0CDE-46F7-9ACD-804F23926C01}"/>
    <pc:docChg chg="custSel addSld modSld sldOrd">
      <pc:chgData name="Richard Hyde" userId="5ca5788f-51d0-4515-8255-7374adb26e7f" providerId="ADAL" clId="{63077FC6-0CDE-46F7-9ACD-804F23926C01}" dt="2019-11-17T10:30:45.415" v="2094" actId="27636"/>
      <pc:docMkLst>
        <pc:docMk/>
      </pc:docMkLst>
      <pc:sldChg chg="ord">
        <pc:chgData name="Richard Hyde" userId="5ca5788f-51d0-4515-8255-7374adb26e7f" providerId="ADAL" clId="{63077FC6-0CDE-46F7-9ACD-804F23926C01}" dt="2019-11-07T10:59:35.171" v="0"/>
        <pc:sldMkLst>
          <pc:docMk/>
          <pc:sldMk cId="103228778" sldId="300"/>
        </pc:sldMkLst>
      </pc:sldChg>
      <pc:sldChg chg="modSp">
        <pc:chgData name="Richard Hyde" userId="5ca5788f-51d0-4515-8255-7374adb26e7f" providerId="ADAL" clId="{63077FC6-0CDE-46F7-9ACD-804F23926C01}" dt="2019-11-17T10:23:52.318" v="1504" actId="20577"/>
        <pc:sldMkLst>
          <pc:docMk/>
          <pc:sldMk cId="443523382" sldId="407"/>
        </pc:sldMkLst>
        <pc:spChg chg="mod">
          <ac:chgData name="Richard Hyde" userId="5ca5788f-51d0-4515-8255-7374adb26e7f" providerId="ADAL" clId="{63077FC6-0CDE-46F7-9ACD-804F23926C01}" dt="2019-11-17T10:23:52.318" v="1504" actId="20577"/>
          <ac:spMkLst>
            <pc:docMk/>
            <pc:sldMk cId="443523382" sldId="407"/>
            <ac:spMk id="3" creationId="{00000000-0000-0000-0000-000000000000}"/>
          </ac:spMkLst>
        </pc:spChg>
      </pc:sldChg>
      <pc:sldChg chg="modSp add">
        <pc:chgData name="Richard Hyde" userId="5ca5788f-51d0-4515-8255-7374adb26e7f" providerId="ADAL" clId="{63077FC6-0CDE-46F7-9ACD-804F23926C01}" dt="2019-11-07T11:01:32.388" v="237" actId="20577"/>
        <pc:sldMkLst>
          <pc:docMk/>
          <pc:sldMk cId="2453612077" sldId="411"/>
        </pc:sldMkLst>
        <pc:spChg chg="mod">
          <ac:chgData name="Richard Hyde" userId="5ca5788f-51d0-4515-8255-7374adb26e7f" providerId="ADAL" clId="{63077FC6-0CDE-46F7-9ACD-804F23926C01}" dt="2019-11-07T11:00:06.315" v="19" actId="20577"/>
          <ac:spMkLst>
            <pc:docMk/>
            <pc:sldMk cId="2453612077" sldId="411"/>
            <ac:spMk id="2" creationId="{2675A7D4-4E21-4C96-B3BE-66F863006D8C}"/>
          </ac:spMkLst>
        </pc:spChg>
        <pc:spChg chg="mod">
          <ac:chgData name="Richard Hyde" userId="5ca5788f-51d0-4515-8255-7374adb26e7f" providerId="ADAL" clId="{63077FC6-0CDE-46F7-9ACD-804F23926C01}" dt="2019-11-07T11:01:32.388" v="237" actId="20577"/>
          <ac:spMkLst>
            <pc:docMk/>
            <pc:sldMk cId="2453612077" sldId="411"/>
            <ac:spMk id="3" creationId="{331D76F9-3663-4FEB-B43E-3E1147F732D4}"/>
          </ac:spMkLst>
        </pc:spChg>
      </pc:sldChg>
      <pc:sldChg chg="modSp add">
        <pc:chgData name="Richard Hyde" userId="5ca5788f-51d0-4515-8255-7374adb26e7f" providerId="ADAL" clId="{63077FC6-0CDE-46F7-9ACD-804F23926C01}" dt="2019-11-07T11:05:00.973" v="685" actId="20577"/>
        <pc:sldMkLst>
          <pc:docMk/>
          <pc:sldMk cId="3576051237" sldId="412"/>
        </pc:sldMkLst>
        <pc:spChg chg="mod">
          <ac:chgData name="Richard Hyde" userId="5ca5788f-51d0-4515-8255-7374adb26e7f" providerId="ADAL" clId="{63077FC6-0CDE-46F7-9ACD-804F23926C01}" dt="2019-11-07T11:05:00.973" v="685" actId="20577"/>
          <ac:spMkLst>
            <pc:docMk/>
            <pc:sldMk cId="3576051237" sldId="412"/>
            <ac:spMk id="3" creationId="{331D76F9-3663-4FEB-B43E-3E1147F732D4}"/>
          </ac:spMkLst>
        </pc:spChg>
      </pc:sldChg>
      <pc:sldChg chg="add">
        <pc:chgData name="Richard Hyde" userId="5ca5788f-51d0-4515-8255-7374adb26e7f" providerId="ADAL" clId="{63077FC6-0CDE-46F7-9ACD-804F23926C01}" dt="2019-11-07T11:03:17.721" v="449"/>
        <pc:sldMkLst>
          <pc:docMk/>
          <pc:sldMk cId="2883864220" sldId="413"/>
        </pc:sldMkLst>
      </pc:sldChg>
      <pc:sldChg chg="modSp add">
        <pc:chgData name="Richard Hyde" userId="5ca5788f-51d0-4515-8255-7374adb26e7f" providerId="ADAL" clId="{63077FC6-0CDE-46F7-9ACD-804F23926C01}" dt="2019-11-07T11:07:02.742" v="929" actId="20577"/>
        <pc:sldMkLst>
          <pc:docMk/>
          <pc:sldMk cId="1568469194" sldId="414"/>
        </pc:sldMkLst>
        <pc:spChg chg="mod">
          <ac:chgData name="Richard Hyde" userId="5ca5788f-51d0-4515-8255-7374adb26e7f" providerId="ADAL" clId="{63077FC6-0CDE-46F7-9ACD-804F23926C01}" dt="2019-11-07T11:07:02.742" v="929" actId="20577"/>
          <ac:spMkLst>
            <pc:docMk/>
            <pc:sldMk cId="1568469194" sldId="414"/>
            <ac:spMk id="3" creationId="{331D76F9-3663-4FEB-B43E-3E1147F732D4}"/>
          </ac:spMkLst>
        </pc:spChg>
      </pc:sldChg>
      <pc:sldChg chg="modSp add">
        <pc:chgData name="Richard Hyde" userId="5ca5788f-51d0-4515-8255-7374adb26e7f" providerId="ADAL" clId="{63077FC6-0CDE-46F7-9ACD-804F23926C01}" dt="2019-11-07T11:08:00.186" v="1085" actId="20577"/>
        <pc:sldMkLst>
          <pc:docMk/>
          <pc:sldMk cId="1749581977" sldId="415"/>
        </pc:sldMkLst>
        <pc:spChg chg="mod">
          <ac:chgData name="Richard Hyde" userId="5ca5788f-51d0-4515-8255-7374adb26e7f" providerId="ADAL" clId="{63077FC6-0CDE-46F7-9ACD-804F23926C01}" dt="2019-11-07T11:08:00.186" v="1085" actId="20577"/>
          <ac:spMkLst>
            <pc:docMk/>
            <pc:sldMk cId="1749581977" sldId="415"/>
            <ac:spMk id="3" creationId="{331D76F9-3663-4FEB-B43E-3E1147F732D4}"/>
          </ac:spMkLst>
        </pc:spChg>
      </pc:sldChg>
      <pc:sldChg chg="modSp add">
        <pc:chgData name="Richard Hyde" userId="5ca5788f-51d0-4515-8255-7374adb26e7f" providerId="ADAL" clId="{63077FC6-0CDE-46F7-9ACD-804F23926C01}" dt="2019-11-07T12:03:43.574" v="1383" actId="20577"/>
        <pc:sldMkLst>
          <pc:docMk/>
          <pc:sldMk cId="337275408" sldId="416"/>
        </pc:sldMkLst>
        <pc:spChg chg="mod">
          <ac:chgData name="Richard Hyde" userId="5ca5788f-51d0-4515-8255-7374adb26e7f" providerId="ADAL" clId="{63077FC6-0CDE-46F7-9ACD-804F23926C01}" dt="2019-11-07T11:08:16.625" v="1093" actId="20577"/>
          <ac:spMkLst>
            <pc:docMk/>
            <pc:sldMk cId="337275408" sldId="416"/>
            <ac:spMk id="2" creationId="{23503619-F0F8-483C-AC5A-45C21467EB85}"/>
          </ac:spMkLst>
        </pc:spChg>
        <pc:spChg chg="mod">
          <ac:chgData name="Richard Hyde" userId="5ca5788f-51d0-4515-8255-7374adb26e7f" providerId="ADAL" clId="{63077FC6-0CDE-46F7-9ACD-804F23926C01}" dt="2019-11-07T12:03:43.574" v="1383" actId="20577"/>
          <ac:spMkLst>
            <pc:docMk/>
            <pc:sldMk cId="337275408" sldId="416"/>
            <ac:spMk id="3" creationId="{C51B783B-127D-40F0-8537-8EEFFF0BC012}"/>
          </ac:spMkLst>
        </pc:spChg>
      </pc:sldChg>
      <pc:sldChg chg="modSp add">
        <pc:chgData name="Richard Hyde" userId="5ca5788f-51d0-4515-8255-7374adb26e7f" providerId="ADAL" clId="{63077FC6-0CDE-46F7-9ACD-804F23926C01}" dt="2019-11-17T10:30:45.415" v="2094" actId="27636"/>
        <pc:sldMkLst>
          <pc:docMk/>
          <pc:sldMk cId="513463399" sldId="419"/>
        </pc:sldMkLst>
        <pc:spChg chg="mod">
          <ac:chgData name="Richard Hyde" userId="5ca5788f-51d0-4515-8255-7374adb26e7f" providerId="ADAL" clId="{63077FC6-0CDE-46F7-9ACD-804F23926C01}" dt="2019-11-17T10:24:17.609" v="1518" actId="20577"/>
          <ac:spMkLst>
            <pc:docMk/>
            <pc:sldMk cId="513463399" sldId="419"/>
            <ac:spMk id="2" creationId="{08AA719E-C420-495D-97EA-A4FF366F9E79}"/>
          </ac:spMkLst>
        </pc:spChg>
        <pc:spChg chg="mod">
          <ac:chgData name="Richard Hyde" userId="5ca5788f-51d0-4515-8255-7374adb26e7f" providerId="ADAL" clId="{63077FC6-0CDE-46F7-9ACD-804F23926C01}" dt="2019-11-17T10:30:45.415" v="2094" actId="27636"/>
          <ac:spMkLst>
            <pc:docMk/>
            <pc:sldMk cId="513463399" sldId="419"/>
            <ac:spMk id="3" creationId="{AA0D1A7F-DB21-4FF0-B7B8-4D464E8B8242}"/>
          </ac:spMkLst>
        </pc:spChg>
      </pc:sldChg>
    </pc:docChg>
  </pc:docChgLst>
  <pc:docChgLst>
    <pc:chgData name="Anuja Talekar" userId="14c8f14c-346b-4d29-8c5b-d555e85eac7d" providerId="ADAL" clId="{3EC6CE57-22F4-4E5C-A009-F7ED88F20B6B}"/>
    <pc:docChg chg="delSld modSld">
      <pc:chgData name="Anuja Talekar" userId="14c8f14c-346b-4d29-8c5b-d555e85eac7d" providerId="ADAL" clId="{3EC6CE57-22F4-4E5C-A009-F7ED88F20B6B}" dt="2024-05-13T19:24:28.605" v="6" actId="20577"/>
      <pc:docMkLst>
        <pc:docMk/>
      </pc:docMkLst>
      <pc:sldChg chg="del">
        <pc:chgData name="Anuja Talekar" userId="14c8f14c-346b-4d29-8c5b-d555e85eac7d" providerId="ADAL" clId="{3EC6CE57-22F4-4E5C-A009-F7ED88F20B6B}" dt="2024-05-13T19:21:19.290" v="1" actId="47"/>
        <pc:sldMkLst>
          <pc:docMk/>
          <pc:sldMk cId="638310158" sldId="403"/>
        </pc:sldMkLst>
      </pc:sldChg>
      <pc:sldChg chg="modSp">
        <pc:chgData name="Anuja Talekar" userId="14c8f14c-346b-4d29-8c5b-d555e85eac7d" providerId="ADAL" clId="{3EC6CE57-22F4-4E5C-A009-F7ED88F20B6B}" dt="2024-05-13T19:24:28.605" v="6" actId="20577"/>
        <pc:sldMkLst>
          <pc:docMk/>
          <pc:sldMk cId="1365819882" sldId="405"/>
        </pc:sldMkLst>
        <pc:spChg chg="mod">
          <ac:chgData name="Anuja Talekar" userId="14c8f14c-346b-4d29-8c5b-d555e85eac7d" providerId="ADAL" clId="{3EC6CE57-22F4-4E5C-A009-F7ED88F20B6B}" dt="2024-05-13T19:24:28.605" v="6" actId="20577"/>
          <ac:spMkLst>
            <pc:docMk/>
            <pc:sldMk cId="1365819882" sldId="405"/>
            <ac:spMk id="3" creationId="{00000000-0000-0000-0000-000000000000}"/>
          </ac:spMkLst>
        </pc:spChg>
      </pc:sldChg>
      <pc:sldChg chg="del">
        <pc:chgData name="Anuja Talekar" userId="14c8f14c-346b-4d29-8c5b-d555e85eac7d" providerId="ADAL" clId="{3EC6CE57-22F4-4E5C-A009-F7ED88F20B6B}" dt="2024-05-13T19:21:15.350" v="0" actId="47"/>
        <pc:sldMkLst>
          <pc:docMk/>
          <pc:sldMk cId="602620552" sldId="408"/>
        </pc:sldMkLst>
      </pc:sldChg>
    </pc:docChg>
  </pc:docChgLst>
  <pc:docChgLst>
    <pc:chgData name="Richard Hyde" userId="5ca5788f-51d0-4515-8255-7374adb26e7f" providerId="ADAL" clId="{CC66CFA9-6FC9-4E54-BD03-01AE82514975}"/>
    <pc:docChg chg="custSel modSld">
      <pc:chgData name="Richard Hyde" userId="5ca5788f-51d0-4515-8255-7374adb26e7f" providerId="ADAL" clId="{CC66CFA9-6FC9-4E54-BD03-01AE82514975}" dt="2022-05-17T12:00:07.735" v="124" actId="20577"/>
      <pc:docMkLst>
        <pc:docMk/>
      </pc:docMkLst>
      <pc:sldChg chg="modSp mod modAnim">
        <pc:chgData name="Richard Hyde" userId="5ca5788f-51d0-4515-8255-7374adb26e7f" providerId="ADAL" clId="{CC66CFA9-6FC9-4E54-BD03-01AE82514975}" dt="2022-05-17T11:57:42.816" v="71" actId="20577"/>
        <pc:sldMkLst>
          <pc:docMk/>
          <pc:sldMk cId="638310158" sldId="403"/>
        </pc:sldMkLst>
        <pc:spChg chg="mod">
          <ac:chgData name="Richard Hyde" userId="5ca5788f-51d0-4515-8255-7374adb26e7f" providerId="ADAL" clId="{CC66CFA9-6FC9-4E54-BD03-01AE82514975}" dt="2022-05-17T11:57:42.816" v="71" actId="20577"/>
          <ac:spMkLst>
            <pc:docMk/>
            <pc:sldMk cId="638310158" sldId="403"/>
            <ac:spMk id="3" creationId="{00000000-0000-0000-0000-000000000000}"/>
          </ac:spMkLst>
        </pc:spChg>
      </pc:sldChg>
      <pc:sldChg chg="modSp">
        <pc:chgData name="Richard Hyde" userId="5ca5788f-51d0-4515-8255-7374adb26e7f" providerId="ADAL" clId="{CC66CFA9-6FC9-4E54-BD03-01AE82514975}" dt="2022-05-17T11:58:27.017" v="88" actId="20577"/>
        <pc:sldMkLst>
          <pc:docMk/>
          <pc:sldMk cId="1365819882" sldId="405"/>
        </pc:sldMkLst>
        <pc:spChg chg="mod">
          <ac:chgData name="Richard Hyde" userId="5ca5788f-51d0-4515-8255-7374adb26e7f" providerId="ADAL" clId="{CC66CFA9-6FC9-4E54-BD03-01AE82514975}" dt="2022-05-17T11:58:27.017" v="88" actId="20577"/>
          <ac:spMkLst>
            <pc:docMk/>
            <pc:sldMk cId="1365819882" sldId="405"/>
            <ac:spMk id="3" creationId="{00000000-0000-0000-0000-000000000000}"/>
          </ac:spMkLst>
        </pc:spChg>
      </pc:sldChg>
      <pc:sldChg chg="modSp">
        <pc:chgData name="Richard Hyde" userId="5ca5788f-51d0-4515-8255-7374adb26e7f" providerId="ADAL" clId="{CC66CFA9-6FC9-4E54-BD03-01AE82514975}" dt="2022-05-17T12:00:07.735" v="124" actId="20577"/>
        <pc:sldMkLst>
          <pc:docMk/>
          <pc:sldMk cId="337275408" sldId="416"/>
        </pc:sldMkLst>
        <pc:spChg chg="mod">
          <ac:chgData name="Richard Hyde" userId="5ca5788f-51d0-4515-8255-7374adb26e7f" providerId="ADAL" clId="{CC66CFA9-6FC9-4E54-BD03-01AE82514975}" dt="2022-05-17T12:00:07.735" v="124" actId="20577"/>
          <ac:spMkLst>
            <pc:docMk/>
            <pc:sldMk cId="337275408" sldId="416"/>
            <ac:spMk id="3" creationId="{C51B783B-127D-40F0-8537-8EEFFF0BC012}"/>
          </ac:spMkLst>
        </pc:spChg>
      </pc:sldChg>
      <pc:sldChg chg="modSp mod">
        <pc:chgData name="Richard Hyde" userId="5ca5788f-51d0-4515-8255-7374adb26e7f" providerId="ADAL" clId="{CC66CFA9-6FC9-4E54-BD03-01AE82514975}" dt="2022-05-17T11:59:44.947" v="109" actId="27636"/>
        <pc:sldMkLst>
          <pc:docMk/>
          <pc:sldMk cId="513463399" sldId="419"/>
        </pc:sldMkLst>
        <pc:spChg chg="mod">
          <ac:chgData name="Richard Hyde" userId="5ca5788f-51d0-4515-8255-7374adb26e7f" providerId="ADAL" clId="{CC66CFA9-6FC9-4E54-BD03-01AE82514975}" dt="2022-05-17T11:59:44.947" v="109" actId="27636"/>
          <ac:spMkLst>
            <pc:docMk/>
            <pc:sldMk cId="513463399" sldId="419"/>
            <ac:spMk id="3" creationId="{AA0D1A7F-DB21-4FF0-B7B8-4D464E8B8242}"/>
          </ac:spMkLst>
        </pc:spChg>
      </pc:sldChg>
    </pc:docChg>
  </pc:docChgLst>
  <pc:docChgLst>
    <pc:chgData name="Richard Hyde" userId="5ca5788f-51d0-4515-8255-7374adb26e7f" providerId="ADAL" clId="{27BABD92-92BF-47C4-81F5-CEE4BEF65A69}"/>
    <pc:docChg chg="custSel modSld">
      <pc:chgData name="Richard Hyde" userId="5ca5788f-51d0-4515-8255-7374adb26e7f" providerId="ADAL" clId="{27BABD92-92BF-47C4-81F5-CEE4BEF65A69}" dt="2021-01-25T09:13:54.374" v="390" actId="20577"/>
      <pc:docMkLst>
        <pc:docMk/>
      </pc:docMkLst>
      <pc:sldChg chg="modSp modAnim">
        <pc:chgData name="Richard Hyde" userId="5ca5788f-51d0-4515-8255-7374adb26e7f" providerId="ADAL" clId="{27BABD92-92BF-47C4-81F5-CEE4BEF65A69}" dt="2021-01-08T12:49:26.258" v="166" actId="20577"/>
        <pc:sldMkLst>
          <pc:docMk/>
          <pc:sldMk cId="638310158" sldId="403"/>
        </pc:sldMkLst>
        <pc:spChg chg="mod">
          <ac:chgData name="Richard Hyde" userId="5ca5788f-51d0-4515-8255-7374adb26e7f" providerId="ADAL" clId="{27BABD92-92BF-47C4-81F5-CEE4BEF65A69}" dt="2021-01-08T12:49:26.258" v="166" actId="20577"/>
          <ac:spMkLst>
            <pc:docMk/>
            <pc:sldMk cId="638310158" sldId="403"/>
            <ac:spMk id="3" creationId="{00000000-0000-0000-0000-000000000000}"/>
          </ac:spMkLst>
        </pc:spChg>
      </pc:sldChg>
      <pc:sldChg chg="modSp modAnim">
        <pc:chgData name="Richard Hyde" userId="5ca5788f-51d0-4515-8255-7374adb26e7f" providerId="ADAL" clId="{27BABD92-92BF-47C4-81F5-CEE4BEF65A69}" dt="2021-01-08T12:52:27.178" v="253" actId="20577"/>
        <pc:sldMkLst>
          <pc:docMk/>
          <pc:sldMk cId="1365819882" sldId="405"/>
        </pc:sldMkLst>
        <pc:spChg chg="mod">
          <ac:chgData name="Richard Hyde" userId="5ca5788f-51d0-4515-8255-7374adb26e7f" providerId="ADAL" clId="{27BABD92-92BF-47C4-81F5-CEE4BEF65A69}" dt="2021-01-08T12:51:47.639" v="170" actId="20577"/>
          <ac:spMkLst>
            <pc:docMk/>
            <pc:sldMk cId="1365819882" sldId="405"/>
            <ac:spMk id="2" creationId="{00000000-0000-0000-0000-000000000000}"/>
          </ac:spMkLst>
        </pc:spChg>
        <pc:spChg chg="mod">
          <ac:chgData name="Richard Hyde" userId="5ca5788f-51d0-4515-8255-7374adb26e7f" providerId="ADAL" clId="{27BABD92-92BF-47C4-81F5-CEE4BEF65A69}" dt="2021-01-08T12:52:27.178" v="253" actId="20577"/>
          <ac:spMkLst>
            <pc:docMk/>
            <pc:sldMk cId="1365819882" sldId="405"/>
            <ac:spMk id="3" creationId="{00000000-0000-0000-0000-000000000000}"/>
          </ac:spMkLst>
        </pc:spChg>
      </pc:sldChg>
      <pc:sldChg chg="modSp">
        <pc:chgData name="Richard Hyde" userId="5ca5788f-51d0-4515-8255-7374adb26e7f" providerId="ADAL" clId="{27BABD92-92BF-47C4-81F5-CEE4BEF65A69}" dt="2021-01-25T09:11:17.253" v="285" actId="20577"/>
        <pc:sldMkLst>
          <pc:docMk/>
          <pc:sldMk cId="443523382" sldId="407"/>
        </pc:sldMkLst>
        <pc:spChg chg="mod">
          <ac:chgData name="Richard Hyde" userId="5ca5788f-51d0-4515-8255-7374adb26e7f" providerId="ADAL" clId="{27BABD92-92BF-47C4-81F5-CEE4BEF65A69}" dt="2021-01-25T09:11:17.253" v="285" actId="20577"/>
          <ac:spMkLst>
            <pc:docMk/>
            <pc:sldMk cId="443523382" sldId="407"/>
            <ac:spMk id="3" creationId="{00000000-0000-0000-0000-000000000000}"/>
          </ac:spMkLst>
        </pc:spChg>
      </pc:sldChg>
      <pc:sldChg chg="modSp modAnim">
        <pc:chgData name="Richard Hyde" userId="5ca5788f-51d0-4515-8255-7374adb26e7f" providerId="ADAL" clId="{27BABD92-92BF-47C4-81F5-CEE4BEF65A69}" dt="2021-01-25T09:12:28.726" v="343" actId="20577"/>
        <pc:sldMkLst>
          <pc:docMk/>
          <pc:sldMk cId="2883864220" sldId="413"/>
        </pc:sldMkLst>
        <pc:spChg chg="mod">
          <ac:chgData name="Richard Hyde" userId="5ca5788f-51d0-4515-8255-7374adb26e7f" providerId="ADAL" clId="{27BABD92-92BF-47C4-81F5-CEE4BEF65A69}" dt="2021-01-25T09:12:28.726" v="343" actId="20577"/>
          <ac:spMkLst>
            <pc:docMk/>
            <pc:sldMk cId="2883864220" sldId="413"/>
            <ac:spMk id="3" creationId="{331D76F9-3663-4FEB-B43E-3E1147F732D4}"/>
          </ac:spMkLst>
        </pc:spChg>
      </pc:sldChg>
      <pc:sldChg chg="modSp">
        <pc:chgData name="Richard Hyde" userId="5ca5788f-51d0-4515-8255-7374adb26e7f" providerId="ADAL" clId="{27BABD92-92BF-47C4-81F5-CEE4BEF65A69}" dt="2021-01-08T13:00:13.663" v="261" actId="20577"/>
        <pc:sldMkLst>
          <pc:docMk/>
          <pc:sldMk cId="1749581977" sldId="415"/>
        </pc:sldMkLst>
        <pc:spChg chg="mod">
          <ac:chgData name="Richard Hyde" userId="5ca5788f-51d0-4515-8255-7374adb26e7f" providerId="ADAL" clId="{27BABD92-92BF-47C4-81F5-CEE4BEF65A69}" dt="2021-01-08T13:00:13.663" v="261" actId="20577"/>
          <ac:spMkLst>
            <pc:docMk/>
            <pc:sldMk cId="1749581977" sldId="415"/>
            <ac:spMk id="3" creationId="{331D76F9-3663-4FEB-B43E-3E1147F732D4}"/>
          </ac:spMkLst>
        </pc:spChg>
      </pc:sldChg>
      <pc:sldChg chg="modSp">
        <pc:chgData name="Richard Hyde" userId="5ca5788f-51d0-4515-8255-7374adb26e7f" providerId="ADAL" clId="{27BABD92-92BF-47C4-81F5-CEE4BEF65A69}" dt="2021-01-25T09:10:06.342" v="265" actId="20577"/>
        <pc:sldMkLst>
          <pc:docMk/>
          <pc:sldMk cId="1625539406" sldId="417"/>
        </pc:sldMkLst>
        <pc:spChg chg="mod">
          <ac:chgData name="Richard Hyde" userId="5ca5788f-51d0-4515-8255-7374adb26e7f" providerId="ADAL" clId="{27BABD92-92BF-47C4-81F5-CEE4BEF65A69}" dt="2021-01-25T09:10:06.342" v="265" actId="20577"/>
          <ac:spMkLst>
            <pc:docMk/>
            <pc:sldMk cId="1625539406" sldId="417"/>
            <ac:spMk id="3" creationId="{00000000-0000-0000-0000-000000000000}"/>
          </ac:spMkLst>
        </pc:spChg>
      </pc:sldChg>
      <pc:sldChg chg="modSp">
        <pc:chgData name="Richard Hyde" userId="5ca5788f-51d0-4515-8255-7374adb26e7f" providerId="ADAL" clId="{27BABD92-92BF-47C4-81F5-CEE4BEF65A69}" dt="2021-01-25T09:13:54.374" v="390" actId="20577"/>
        <pc:sldMkLst>
          <pc:docMk/>
          <pc:sldMk cId="513463399" sldId="419"/>
        </pc:sldMkLst>
        <pc:spChg chg="mod">
          <ac:chgData name="Richard Hyde" userId="5ca5788f-51d0-4515-8255-7374adb26e7f" providerId="ADAL" clId="{27BABD92-92BF-47C4-81F5-CEE4BEF65A69}" dt="2021-01-25T09:13:54.374" v="390" actId="20577"/>
          <ac:spMkLst>
            <pc:docMk/>
            <pc:sldMk cId="513463399" sldId="419"/>
            <ac:spMk id="3" creationId="{AA0D1A7F-DB21-4FF0-B7B8-4D464E8B82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DB949-2F28-4E5A-A30E-C237D6D5283E}" type="datetimeFigureOut">
              <a:rPr lang="en-GB" smtClean="0"/>
              <a:t>25/10/2024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8A9E8-F96D-4D47-8B2F-547021A6F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46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48A9E8-F96D-4D47-8B2F-547021A6FFD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75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algn="ctr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634" y="337689"/>
            <a:ext cx="7886700" cy="718937"/>
          </a:xfrm>
        </p:spPr>
        <p:txBody>
          <a:bodyPr anchor="t" anchorCtr="0">
            <a:normAutofit/>
          </a:bodyPr>
          <a:lstStyle>
            <a:lvl1pPr>
              <a:defRPr sz="2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95" y="1114496"/>
            <a:ext cx="7886700" cy="3263504"/>
          </a:xfr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SzPct val="90000"/>
              <a:buFont typeface="Wingdings" panose="05000000000000000000" pitchFamily="2" charset="2"/>
              <a:buChar char="§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SzPct val="90000"/>
              <a:buFont typeface="Wingdings" panose="05000000000000000000" pitchFamily="2" charset="2"/>
              <a:buChar char="§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>
            <a:normAutofit/>
          </a:bodyPr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8582" y="1369219"/>
            <a:ext cx="3886200" cy="3263504"/>
          </a:xfrm>
        </p:spPr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626" y="1369219"/>
            <a:ext cx="4358849" cy="3263504"/>
          </a:xfrm>
        </p:spPr>
        <p:txBody>
          <a:bodyPr>
            <a:norm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1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2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t">
            <a:noAutofit/>
          </a:bodyPr>
          <a:lstStyle>
            <a:lvl1pPr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95865"/>
            <a:ext cx="4629150" cy="3499923"/>
          </a:xfrm>
        </p:spPr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t">
            <a:normAutofit/>
          </a:bodyPr>
          <a:lstStyle>
            <a:lvl1pPr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32935"/>
            <a:ext cx="4629150" cy="3462853"/>
          </a:xfrm>
        </p:spPr>
        <p:txBody>
          <a:bodyPr anchor="t"/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70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593" y="1566610"/>
            <a:ext cx="3029517" cy="357688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0936" y="1220941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8582" y="5142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2C267-1D3F-A642-9FD6-0192604797D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7AFF1-1D8A-394A-898D-E0FE5235633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933" y="321400"/>
            <a:ext cx="1709022" cy="4802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486556" y="4522418"/>
            <a:ext cx="3461589" cy="5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1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177295"/>
            <a:ext cx="9144000" cy="966205"/>
          </a:xfrm>
          <a:prstGeom prst="rect">
            <a:avLst/>
          </a:prstGeom>
          <a:solidFill>
            <a:schemeClr val="tx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164" y="346669"/>
            <a:ext cx="1753011" cy="49259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 bwMode="auto">
          <a:xfrm>
            <a:off x="162238" y="4249595"/>
            <a:ext cx="8791262" cy="89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Data for Vehicles- Intro</a:t>
            </a:r>
          </a:p>
        </p:txBody>
      </p:sp>
    </p:spTree>
    <p:extLst>
      <p:ext uri="{BB962C8B-B14F-4D97-AF65-F5344CB8AC3E}">
        <p14:creationId xmlns:p14="http://schemas.microsoft.com/office/powerpoint/2010/main" val="3999823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we start…..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 a seat</a:t>
            </a:r>
          </a:p>
          <a:p>
            <a:r>
              <a:rPr lang="en-GB" dirty="0"/>
              <a:t>Log in to your PC, this can take a while if it’s your first time at that computer</a:t>
            </a:r>
          </a:p>
          <a:p>
            <a:r>
              <a:rPr lang="en-GB" dirty="0"/>
              <a:t>Please turn ON your camera and let me see your beautiful face and smile.</a:t>
            </a:r>
          </a:p>
          <a:p>
            <a:r>
              <a:rPr lang="en-GB" dirty="0"/>
              <a:t>We’ll continue while it sets up…..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92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this session….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 will introduce myself</a:t>
            </a:r>
          </a:p>
          <a:p>
            <a:pPr lvl="1"/>
            <a:r>
              <a:rPr lang="en-GB" dirty="0"/>
              <a:t>Who I am</a:t>
            </a:r>
          </a:p>
          <a:p>
            <a:pPr lvl="1"/>
            <a:r>
              <a:rPr lang="en-GB" dirty="0"/>
              <a:t>Why I’m here</a:t>
            </a:r>
          </a:p>
          <a:p>
            <a:r>
              <a:rPr lang="en-GB" dirty="0"/>
              <a:t>Describe the course structure</a:t>
            </a:r>
          </a:p>
          <a:p>
            <a:pPr lvl="1"/>
            <a:r>
              <a:rPr lang="en-GB" dirty="0"/>
              <a:t>How the course material will be delivered</a:t>
            </a:r>
          </a:p>
          <a:p>
            <a:r>
              <a:rPr lang="en-GB" dirty="0"/>
              <a:t>Give an overview of Aula and how we will use it</a:t>
            </a:r>
          </a:p>
          <a:p>
            <a:pPr lvl="1"/>
            <a:r>
              <a:rPr lang="en-GB" dirty="0"/>
              <a:t>What’s on it</a:t>
            </a:r>
          </a:p>
          <a:p>
            <a:pPr lvl="1"/>
            <a:r>
              <a:rPr lang="en-GB" dirty="0"/>
              <a:t>What we can out on it</a:t>
            </a:r>
          </a:p>
          <a:p>
            <a:pPr lvl="1"/>
            <a:r>
              <a:rPr lang="en-GB" dirty="0"/>
              <a:t>Assessment</a:t>
            </a:r>
          </a:p>
          <a:p>
            <a:r>
              <a:rPr lang="en-GB" dirty="0"/>
              <a:t>Provide an overview of the indicative content</a:t>
            </a:r>
          </a:p>
          <a:p>
            <a:pPr lvl="1"/>
            <a:r>
              <a:rPr lang="en-GB" dirty="0"/>
              <a:t>what it is</a:t>
            </a:r>
          </a:p>
          <a:p>
            <a:pPr lvl="1"/>
            <a:r>
              <a:rPr lang="en-GB" dirty="0"/>
              <a:t>what it isn’t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553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95" y="1114495"/>
            <a:ext cx="7886700" cy="366722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Lectures:</a:t>
            </a:r>
          </a:p>
          <a:p>
            <a:pPr lvl="1"/>
            <a:r>
              <a:rPr lang="en-GB" dirty="0"/>
              <a:t>Are </a:t>
            </a:r>
            <a:r>
              <a:rPr lang="en-GB" i="1" dirty="0"/>
              <a:t>approximately</a:t>
            </a:r>
            <a:r>
              <a:rPr lang="en-GB" dirty="0"/>
              <a:t> 1.5 hour</a:t>
            </a:r>
          </a:p>
          <a:p>
            <a:pPr lvl="1"/>
            <a:r>
              <a:rPr lang="en-GB" dirty="0"/>
              <a:t>Questions and discussion are expected and encouraged</a:t>
            </a:r>
          </a:p>
          <a:p>
            <a:pPr lvl="1"/>
            <a:r>
              <a:rPr lang="en-GB" dirty="0"/>
              <a:t>Interruptions are acceptable….</a:t>
            </a:r>
          </a:p>
          <a:p>
            <a:pPr lvl="1"/>
            <a:r>
              <a:rPr lang="en-GB" dirty="0"/>
              <a:t>If they’re related to the course material!</a:t>
            </a:r>
          </a:p>
          <a:p>
            <a:r>
              <a:rPr lang="en-GB" dirty="0"/>
              <a:t>Labs:</a:t>
            </a:r>
          </a:p>
          <a:p>
            <a:pPr lvl="1"/>
            <a:r>
              <a:rPr lang="en-GB" dirty="0"/>
              <a:t>Informal</a:t>
            </a:r>
          </a:p>
          <a:p>
            <a:pPr lvl="1"/>
            <a:r>
              <a:rPr lang="en-GB" dirty="0"/>
              <a:t>Tutorial style</a:t>
            </a:r>
          </a:p>
          <a:p>
            <a:pPr lvl="1"/>
            <a:r>
              <a:rPr lang="en-GB" dirty="0"/>
              <a:t>Play with the tasks, explore and test</a:t>
            </a:r>
          </a:p>
          <a:p>
            <a:pPr lvl="1"/>
            <a:r>
              <a:rPr lang="en-GB" dirty="0"/>
              <a:t>Asks questions on anything related to big data and machine learning</a:t>
            </a:r>
          </a:p>
          <a:p>
            <a:pPr lvl="1"/>
            <a:r>
              <a:rPr lang="en-GB" i="1" dirty="0"/>
              <a:t>Understand</a:t>
            </a:r>
            <a:r>
              <a:rPr lang="en-GB" dirty="0"/>
              <a:t> the topic, you will need this understanding for your assessment!</a:t>
            </a:r>
            <a:endParaRPr lang="en-GB" i="1" dirty="0"/>
          </a:p>
          <a:p>
            <a:r>
              <a:rPr lang="en-GB" dirty="0"/>
              <a:t>The final session:</a:t>
            </a:r>
          </a:p>
          <a:p>
            <a:pPr lvl="1"/>
            <a:r>
              <a:rPr lang="en-GB" dirty="0"/>
              <a:t>will introduce the assessment</a:t>
            </a:r>
          </a:p>
          <a:p>
            <a:pPr lvl="1"/>
            <a:r>
              <a:rPr lang="en-GB" dirty="0"/>
              <a:t>Is your chance to make sure you understand what’s required, use it well.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0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95" y="1114496"/>
            <a:ext cx="7886700" cy="3725952"/>
          </a:xfrm>
        </p:spPr>
        <p:txBody>
          <a:bodyPr/>
          <a:lstStyle/>
          <a:p>
            <a:r>
              <a:rPr lang="en-GB" dirty="0"/>
              <a:t>You should all be able to access the course on Aula?</a:t>
            </a:r>
          </a:p>
          <a:p>
            <a:r>
              <a:rPr lang="en-GB" dirty="0"/>
              <a:t>All course material will be available</a:t>
            </a:r>
          </a:p>
          <a:p>
            <a:r>
              <a:rPr lang="en-GB" dirty="0"/>
              <a:t>If anything useful is brought up in the lecture or labs, I will add it</a:t>
            </a:r>
          </a:p>
          <a:p>
            <a:r>
              <a:rPr lang="en-GB" dirty="0"/>
              <a:t>Online teaching sessions will be available through Microsoft Teams.</a:t>
            </a:r>
          </a:p>
          <a:p>
            <a:r>
              <a:rPr lang="en-GB" dirty="0"/>
              <a:t>If you want anything added – ask!</a:t>
            </a:r>
          </a:p>
          <a:p>
            <a:r>
              <a:rPr lang="en-GB" dirty="0"/>
              <a:t>Feedback at any stage is very welcome</a:t>
            </a:r>
          </a:p>
          <a:p>
            <a:pPr lvl="1"/>
            <a:r>
              <a:rPr lang="en-GB" dirty="0"/>
              <a:t>It’s your course</a:t>
            </a:r>
          </a:p>
          <a:p>
            <a:pPr lvl="1"/>
            <a:r>
              <a:rPr lang="en-GB" dirty="0"/>
              <a:t>For you to learn</a:t>
            </a:r>
          </a:p>
          <a:p>
            <a:pPr lvl="1"/>
            <a:r>
              <a:rPr lang="en-GB" dirty="0"/>
              <a:t>Our job is to facilitate that</a:t>
            </a:r>
          </a:p>
        </p:txBody>
      </p:sp>
    </p:spTree>
    <p:extLst>
      <p:ext uri="{BB962C8B-B14F-4D97-AF65-F5344CB8AC3E}">
        <p14:creationId xmlns:p14="http://schemas.microsoft.com/office/powerpoint/2010/main" val="136581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95" y="1114496"/>
            <a:ext cx="7886700" cy="35078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assessment is in the form of a report</a:t>
            </a:r>
          </a:p>
          <a:p>
            <a:r>
              <a:rPr lang="en-GB" dirty="0"/>
              <a:t>In the report you will use the knowledge gained in the labs</a:t>
            </a:r>
          </a:p>
          <a:p>
            <a:r>
              <a:rPr lang="en-GB" dirty="0"/>
              <a:t>Throughout the week</a:t>
            </a:r>
          </a:p>
          <a:p>
            <a:pPr lvl="1"/>
            <a:r>
              <a:rPr lang="en-GB" dirty="0"/>
              <a:t>Explore additional aspects of the techniques</a:t>
            </a:r>
          </a:p>
          <a:p>
            <a:pPr lvl="1"/>
            <a:r>
              <a:rPr lang="en-GB" dirty="0"/>
              <a:t>Compare and contrast in your head</a:t>
            </a:r>
          </a:p>
          <a:p>
            <a:pPr lvl="1"/>
            <a:r>
              <a:rPr lang="en-GB" dirty="0"/>
              <a:t>Discuss</a:t>
            </a:r>
          </a:p>
          <a:p>
            <a:pPr lvl="1"/>
            <a:r>
              <a:rPr lang="en-GB" dirty="0"/>
              <a:t>Make notes!</a:t>
            </a:r>
          </a:p>
          <a:p>
            <a:r>
              <a:rPr lang="en-GB" dirty="0"/>
              <a:t>Everything is relevant!</a:t>
            </a:r>
          </a:p>
          <a:p>
            <a:r>
              <a:rPr lang="en-GB" dirty="0"/>
              <a:t>There will be a final session ensuring you understand the expectations of the assessment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908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95" y="1114495"/>
            <a:ext cx="7886700" cy="3464761"/>
          </a:xfrm>
        </p:spPr>
        <p:txBody>
          <a:bodyPr>
            <a:normAutofit/>
          </a:bodyPr>
          <a:lstStyle/>
          <a:p>
            <a:r>
              <a:rPr lang="en-GB" dirty="0"/>
              <a:t>My preferred language is python using JUPYTER notebook and Google </a:t>
            </a:r>
            <a:r>
              <a:rPr lang="en-GB" dirty="0" err="1"/>
              <a:t>colab</a:t>
            </a:r>
            <a:r>
              <a:rPr lang="en-GB" dirty="0"/>
              <a:t>.</a:t>
            </a:r>
          </a:p>
          <a:p>
            <a:r>
              <a:rPr lang="en-GB" dirty="0"/>
              <a:t>If you think it will help you understand, feel free to re-work it in any language you like!</a:t>
            </a:r>
          </a:p>
          <a:p>
            <a:r>
              <a:rPr lang="en-GB" dirty="0"/>
              <a:t>Use meaningful variable names</a:t>
            </a:r>
          </a:p>
          <a:p>
            <a:r>
              <a:rPr lang="en-GB" dirty="0"/>
              <a:t>Comment your code well, you </a:t>
            </a:r>
            <a:r>
              <a:rPr lang="en-GB" i="1" dirty="0"/>
              <a:t>will</a:t>
            </a:r>
            <a:r>
              <a:rPr lang="en-GB" dirty="0"/>
              <a:t> regret it later if you don’t!</a:t>
            </a:r>
          </a:p>
          <a:p>
            <a:r>
              <a:rPr lang="en-GB" dirty="0"/>
              <a:t>Plan your code working backwards:</a:t>
            </a:r>
          </a:p>
          <a:p>
            <a:pPr lvl="1"/>
            <a:r>
              <a:rPr lang="en-GB" dirty="0"/>
              <a:t>Flow charts</a:t>
            </a:r>
          </a:p>
          <a:p>
            <a:pPr lvl="1"/>
            <a:r>
              <a:rPr lang="en-GB" dirty="0"/>
              <a:t>Pseudo-code (important!)</a:t>
            </a:r>
          </a:p>
        </p:txBody>
      </p:sp>
    </p:spTree>
    <p:extLst>
      <p:ext uri="{BB962C8B-B14F-4D97-AF65-F5344CB8AC3E}">
        <p14:creationId xmlns:p14="http://schemas.microsoft.com/office/powerpoint/2010/main" val="44352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95" y="1114495"/>
            <a:ext cx="7886700" cy="3667229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en-GB" dirty="0"/>
              <a:t>Big Data for Vehicles</a:t>
            </a:r>
          </a:p>
          <a:p>
            <a:pPr>
              <a:spcBef>
                <a:spcPts val="400"/>
              </a:spcBef>
            </a:pPr>
            <a:r>
              <a:rPr lang="en-GB" dirty="0"/>
              <a:t>What you will learn:</a:t>
            </a:r>
          </a:p>
          <a:p>
            <a:pPr marL="685800" lvl="1" indent="-342900" fontAlgn="base">
              <a:buFont typeface="+mj-lt"/>
              <a:buAutoNum type="arabicPeriod"/>
            </a:pPr>
            <a:r>
              <a:rPr lang="en-GB" sz="1400" dirty="0"/>
              <a:t>Comprehend the core concepts of Big Data and its Automotive use cases  </a:t>
            </a:r>
          </a:p>
          <a:p>
            <a:pPr marL="685800" lvl="1" indent="-342900" fontAlgn="base">
              <a:buFont typeface="+mj-lt"/>
              <a:buAutoNum type="arabicPeriod"/>
            </a:pPr>
            <a:r>
              <a:rPr lang="en-GB" sz="1400" dirty="0"/>
              <a:t> Critically identify and select appropriate analytical technique for big data analysis using examples from case studies. </a:t>
            </a:r>
          </a:p>
          <a:p>
            <a:pPr marL="685800" lvl="1" indent="-342900" fontAlgn="base">
              <a:buFont typeface="+mj-lt"/>
              <a:buAutoNum type="arabicPeriod"/>
            </a:pPr>
            <a:r>
              <a:rPr lang="en-GB" sz="1400" dirty="0"/>
              <a:t>Evaluate and critically analyse the advantages and limitations of big data and proposed practical solutions using appropriate big data processing frameworks.  </a:t>
            </a:r>
          </a:p>
          <a:p>
            <a:pPr marL="685800" lvl="1" indent="-342900" fontAlgn="base">
              <a:buFont typeface="+mj-lt"/>
              <a:buAutoNum type="arabicPeriod"/>
            </a:pPr>
            <a:r>
              <a:rPr lang="en-GB" sz="1400" dirty="0"/>
              <a:t>Apply analytics on Structured, Unstructured Data for real-world automotive big data case study .</a:t>
            </a:r>
          </a:p>
        </p:txBody>
      </p:sp>
    </p:spTree>
    <p:extLst>
      <p:ext uri="{BB962C8B-B14F-4D97-AF65-F5344CB8AC3E}">
        <p14:creationId xmlns:p14="http://schemas.microsoft.com/office/powerpoint/2010/main" val="10322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A7D4-4E21-4C96-B3BE-66F86300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Indicative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D76F9-3663-4FEB-B43E-3E1147F73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Data and its Pre-processing</a:t>
            </a:r>
          </a:p>
          <a:p>
            <a:pPr marL="0" indent="0">
              <a:buNone/>
            </a:pPr>
            <a:r>
              <a:rPr lang="en-US" dirty="0"/>
              <a:t>The understanding of big data, available data sources, pre-processing of the data and its use in the real-world in Automotive industry </a:t>
            </a:r>
          </a:p>
          <a:p>
            <a:r>
              <a:rPr lang="en-GB" dirty="0"/>
              <a:t>We will be looking at big data techniques</a:t>
            </a:r>
          </a:p>
          <a:p>
            <a:pPr lvl="1"/>
            <a:r>
              <a:rPr lang="en-GB" dirty="0"/>
              <a:t>YES - Ways to pre-process big data to make it easier to handle</a:t>
            </a:r>
          </a:p>
          <a:p>
            <a:pPr lvl="1"/>
            <a:r>
              <a:rPr lang="en-GB" dirty="0"/>
              <a:t>NO – standard pre-processing techniques, e.g. normalization, anonymization, error correction </a:t>
            </a:r>
            <a:r>
              <a:rPr lang="en-GB" dirty="0" err="1"/>
              <a:t>etc</a:t>
            </a:r>
            <a:endParaRPr lang="en-GB" dirty="0"/>
          </a:p>
          <a:p>
            <a:pPr lvl="1"/>
            <a:r>
              <a:rPr lang="en-GB" dirty="0"/>
              <a:t>NO – not specific algorithms</a:t>
            </a:r>
          </a:p>
          <a:p>
            <a:pPr lvl="1"/>
            <a:r>
              <a:rPr lang="en-GB" dirty="0"/>
              <a:t>YES- Big Data tools – Hadoop, HDFS, YARN, Kafka,</a:t>
            </a:r>
          </a:p>
          <a:p>
            <a:pPr lvl="1"/>
            <a:r>
              <a:rPr lang="en-GB" dirty="0"/>
              <a:t>YES- ML unsupervised and supervised learning.</a:t>
            </a:r>
          </a:p>
        </p:txBody>
      </p:sp>
    </p:spTree>
    <p:extLst>
      <p:ext uri="{BB962C8B-B14F-4D97-AF65-F5344CB8AC3E}">
        <p14:creationId xmlns:p14="http://schemas.microsoft.com/office/powerpoint/2010/main" val="245361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A7D4-4E21-4C96-B3BE-66F86300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Indicative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D76F9-3663-4FEB-B43E-3E1147F73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Machine Learning Analysis</a:t>
            </a:r>
          </a:p>
          <a:p>
            <a:pPr marL="0" indent="0">
              <a:buNone/>
            </a:pPr>
            <a:r>
              <a:rPr lang="en-US" dirty="0"/>
              <a:t>The theoretical understanding of the different machine learning approaches to big data analysis. These will include, but not limited to, statistical, clustering, deep-learning and classification approaches.</a:t>
            </a:r>
          </a:p>
          <a:p>
            <a:r>
              <a:rPr lang="en-US" dirty="0"/>
              <a:t>YES – looking at how and when different </a:t>
            </a:r>
            <a:r>
              <a:rPr lang="en-US" i="1" dirty="0"/>
              <a:t>types</a:t>
            </a:r>
            <a:r>
              <a:rPr lang="en-US" dirty="0"/>
              <a:t> of algorithm are usable</a:t>
            </a:r>
          </a:p>
          <a:p>
            <a:r>
              <a:rPr lang="en-US" dirty="0"/>
              <a:t>YES – considering how we adapt our big data to suit the algorithms</a:t>
            </a:r>
          </a:p>
          <a:p>
            <a:r>
              <a:rPr lang="en-US" dirty="0"/>
              <a:t>YES - we will demonstrate examples in the labs</a:t>
            </a:r>
          </a:p>
          <a:p>
            <a:r>
              <a:rPr lang="en-US" dirty="0"/>
              <a:t>NO – we will not write our own algorithms!</a:t>
            </a:r>
          </a:p>
        </p:txBody>
      </p:sp>
    </p:spTree>
    <p:extLst>
      <p:ext uri="{BB962C8B-B14F-4D97-AF65-F5344CB8AC3E}">
        <p14:creationId xmlns:p14="http://schemas.microsoft.com/office/powerpoint/2010/main" val="357605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A7D4-4E21-4C96-B3BE-66F86300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Indicative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D76F9-3663-4FEB-B43E-3E1147F73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95" y="1114496"/>
            <a:ext cx="7886700" cy="3558172"/>
          </a:xfrm>
        </p:spPr>
        <p:txBody>
          <a:bodyPr>
            <a:normAutofit fontScale="92500"/>
          </a:bodyPr>
          <a:lstStyle/>
          <a:p>
            <a:r>
              <a:rPr lang="en-US" dirty="0"/>
              <a:t>Machine Learning Tools</a:t>
            </a:r>
          </a:p>
          <a:p>
            <a:pPr marL="0" indent="0">
              <a:buNone/>
            </a:pPr>
            <a:r>
              <a:rPr lang="en-US" dirty="0"/>
              <a:t>The use of different machine learning tools that are available to perform big data analysis.</a:t>
            </a:r>
          </a:p>
          <a:p>
            <a:r>
              <a:rPr lang="en-US" dirty="0"/>
              <a:t>We will use </a:t>
            </a:r>
            <a:r>
              <a:rPr lang="en-US" dirty="0" err="1"/>
              <a:t>Matalb</a:t>
            </a:r>
            <a:r>
              <a:rPr lang="en-US" dirty="0"/>
              <a:t>, similar tools available in R, Weka, </a:t>
            </a:r>
            <a:r>
              <a:rPr lang="en-US" dirty="0" err="1"/>
              <a:t>Pytorch</a:t>
            </a:r>
            <a:r>
              <a:rPr lang="en-US" dirty="0"/>
              <a:t> and Caffe etc.</a:t>
            </a:r>
          </a:p>
          <a:p>
            <a:r>
              <a:rPr lang="en-US" dirty="0"/>
              <a:t>YES - We look at the </a:t>
            </a:r>
            <a:r>
              <a:rPr lang="en-US" i="1" dirty="0"/>
              <a:t>types</a:t>
            </a:r>
            <a:r>
              <a:rPr lang="en-US" dirty="0"/>
              <a:t> of tools, what is available as standard</a:t>
            </a:r>
          </a:p>
          <a:p>
            <a:r>
              <a:rPr lang="en-US" dirty="0"/>
              <a:t>YES – we will consider algorithm types that are contained in these toolboxes</a:t>
            </a:r>
          </a:p>
          <a:p>
            <a:r>
              <a:rPr lang="en-US" dirty="0"/>
              <a:t>NO – we will not </a:t>
            </a:r>
            <a:r>
              <a:rPr lang="en-US" dirty="0" err="1"/>
              <a:t>analyse</a:t>
            </a:r>
            <a:r>
              <a:rPr lang="en-US" dirty="0"/>
              <a:t> each aspect of the toolboxes</a:t>
            </a:r>
          </a:p>
          <a:p>
            <a:r>
              <a:rPr lang="en-US" dirty="0"/>
              <a:t>NO – we do not look in detail at the code, we are using these techniques we can use easily, not creating or improving these algorithms</a:t>
            </a:r>
          </a:p>
        </p:txBody>
      </p:sp>
    </p:spTree>
    <p:extLst>
      <p:ext uri="{BB962C8B-B14F-4D97-AF65-F5344CB8AC3E}">
        <p14:creationId xmlns:p14="http://schemas.microsoft.com/office/powerpoint/2010/main" val="288386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A7D4-4E21-4C96-B3BE-66F86300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Indicative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D76F9-3663-4FEB-B43E-3E1147F73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Big Data Applications, tools and technologies</a:t>
            </a:r>
          </a:p>
          <a:p>
            <a:pPr marL="0" indent="0">
              <a:buNone/>
            </a:pPr>
            <a:r>
              <a:rPr lang="en-US" dirty="0"/>
              <a:t>The application of machine learning techniques to different applications areas such as visual processing, social media analysis, speech analysis, sensor data, sentiment analysis.</a:t>
            </a:r>
          </a:p>
          <a:p>
            <a:r>
              <a:rPr lang="en-US" dirty="0"/>
              <a:t>YES - We will consider how these fields generate big data, how it may be </a:t>
            </a:r>
            <a:r>
              <a:rPr lang="en-US" dirty="0" err="1"/>
              <a:t>analysed</a:t>
            </a:r>
            <a:r>
              <a:rPr lang="en-US" dirty="0"/>
              <a:t>, how successful it may currently be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YES – we will consider how it may used and who by</a:t>
            </a:r>
          </a:p>
          <a:p>
            <a:r>
              <a:rPr lang="en-US" dirty="0"/>
              <a:t>NO – we will not be writing code to carry out this analysis!</a:t>
            </a:r>
          </a:p>
        </p:txBody>
      </p:sp>
    </p:spTree>
    <p:extLst>
      <p:ext uri="{BB962C8B-B14F-4D97-AF65-F5344CB8AC3E}">
        <p14:creationId xmlns:p14="http://schemas.microsoft.com/office/powerpoint/2010/main" val="156846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3619-F0F8-483C-AC5A-45C21467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783B-127D-40F0-8537-8EEFFF0B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95" y="1114495"/>
            <a:ext cx="7886700" cy="3633673"/>
          </a:xfrm>
        </p:spPr>
        <p:txBody>
          <a:bodyPr/>
          <a:lstStyle/>
          <a:p>
            <a:r>
              <a:rPr lang="en-GB" dirty="0"/>
              <a:t>Big data is a very active field of research</a:t>
            </a:r>
          </a:p>
          <a:p>
            <a:r>
              <a:rPr lang="en-GB" dirty="0"/>
              <a:t>We aim to give you an overview of the techniques that can be used</a:t>
            </a:r>
          </a:p>
          <a:p>
            <a:r>
              <a:rPr lang="en-GB" dirty="0"/>
              <a:t>What the advantages and disadvantages of the techniques are</a:t>
            </a:r>
          </a:p>
          <a:p>
            <a:r>
              <a:rPr lang="en-GB" dirty="0"/>
              <a:t>When and </a:t>
            </a:r>
            <a:r>
              <a:rPr lang="en-GB"/>
              <a:t>how different types are </a:t>
            </a:r>
            <a:r>
              <a:rPr lang="en-GB" dirty="0"/>
              <a:t>appropriate</a:t>
            </a:r>
          </a:p>
          <a:p>
            <a:r>
              <a:rPr lang="en-GB" dirty="0"/>
              <a:t>What the benefits and drawbacks of the different techniques may be</a:t>
            </a:r>
          </a:p>
          <a:p>
            <a:r>
              <a:rPr lang="en-GB" dirty="0"/>
              <a:t>How to critically analyse your system requirements</a:t>
            </a:r>
          </a:p>
        </p:txBody>
      </p:sp>
    </p:spTree>
    <p:extLst>
      <p:ext uri="{BB962C8B-B14F-4D97-AF65-F5344CB8AC3E}">
        <p14:creationId xmlns:p14="http://schemas.microsoft.com/office/powerpoint/2010/main" val="3372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212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511248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931F56464E4E41BC5AD1DA45752C9B" ma:contentTypeVersion="11" ma:contentTypeDescription="Create a new document." ma:contentTypeScope="" ma:versionID="bcb83fffe2bc3f1f34663d5abc20d08d">
  <xsd:schema xmlns:xsd="http://www.w3.org/2001/XMLSchema" xmlns:xs="http://www.w3.org/2001/XMLSchema" xmlns:p="http://schemas.microsoft.com/office/2006/metadata/properties" xmlns:ns3="e8603f76-99dc-4903-93cc-b91b285de7da" xmlns:ns4="d7221b1b-0a1b-4ee8-a55b-0db0595e64be" targetNamespace="http://schemas.microsoft.com/office/2006/metadata/properties" ma:root="true" ma:fieldsID="b14c07f8ef37dfa2bc7d9f3df6fef09e" ns3:_="" ns4:_="">
    <xsd:import namespace="e8603f76-99dc-4903-93cc-b91b285de7da"/>
    <xsd:import namespace="d7221b1b-0a1b-4ee8-a55b-0db0595e64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603f76-99dc-4903-93cc-b91b285de7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21b1b-0a1b-4ee8-a55b-0db0595e64b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E842DC-3503-4CF7-B471-4C0193FE82C3}">
  <ds:schemaRefs>
    <ds:schemaRef ds:uri="http://purl.org/dc/elements/1.1/"/>
    <ds:schemaRef ds:uri="http://schemas.microsoft.com/office/2006/metadata/properties"/>
    <ds:schemaRef ds:uri="e8603f76-99dc-4903-93cc-b91b285de7da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d7221b1b-0a1b-4ee8-a55b-0db0595e64b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8C32CEF-F2C5-4571-ABC0-4EB1AD8C8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603f76-99dc-4903-93cc-b91b285de7da"/>
    <ds:schemaRef ds:uri="d7221b1b-0a1b-4ee8-a55b-0db0595e64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2C4351-F6CB-47B8-A919-3B862909DA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11003</TotalTime>
  <Words>902</Words>
  <Application>Microsoft Office PowerPoint</Application>
  <PresentationFormat>On-screen Show (16:9)</PresentationFormat>
  <Paragraphs>111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Presentation</vt:lpstr>
      <vt:lpstr>Before we start…..</vt:lpstr>
      <vt:lpstr>In this session….</vt:lpstr>
      <vt:lpstr>Course Structure</vt:lpstr>
      <vt:lpstr>Aula</vt:lpstr>
      <vt:lpstr>Assessment</vt:lpstr>
      <vt:lpstr>Coding</vt:lpstr>
      <vt:lpstr>Introduction</vt:lpstr>
      <vt:lpstr>Indicative Content</vt:lpstr>
      <vt:lpstr>Indicative Content</vt:lpstr>
      <vt:lpstr>Indicative Content</vt:lpstr>
      <vt:lpstr>Indicative Content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Hearne</dc:creator>
  <cp:lastModifiedBy>Anuja Talekar</cp:lastModifiedBy>
  <cp:revision>179</cp:revision>
  <dcterms:created xsi:type="dcterms:W3CDTF">2016-12-06T13:06:50Z</dcterms:created>
  <dcterms:modified xsi:type="dcterms:W3CDTF">2024-10-25T22:57:29Z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0x0101002F931F56464E4E41BC5AD1DA45752C9B</vt:lpwstr>
  </property>
</Properties>
</file>